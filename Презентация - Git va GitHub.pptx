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aleway" charset="1" panose="00000000000000000000"/>
      <p:regular r:id="rId16"/>
    </p:embeddedFont>
    <p:embeddedFont>
      <p:font typeface="Raleway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8324850" cy="2724191"/>
            <a:chOff x="0" y="0"/>
            <a:chExt cx="11099800" cy="363225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1099800" cy="2004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800"/>
                </a:lnSpc>
              </a:pPr>
              <a:r>
                <a:rPr lang="en-US" sz="10800">
                  <a:solidFill>
                    <a:srgbClr val="303030"/>
                  </a:solidFill>
                  <a:latin typeface="Raleway"/>
                  <a:ea typeface="Raleway"/>
                  <a:cs typeface="Raleway"/>
                  <a:sym typeface="Raleway"/>
                </a:rPr>
                <a:t>Git va GitHub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44779"/>
              <a:ext cx="110998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 dan Qollanma</a:t>
              </a:r>
              <a:r>
                <a:rPr lang="en-US" sz="3000">
                  <a:solidFill>
                    <a:srgbClr val="007ACC"/>
                  </a:solidFill>
                  <a:latin typeface="Raleway"/>
                  <a:ea typeface="Raleway"/>
                  <a:cs typeface="Raleway"/>
                  <a:sym typeface="Raleway"/>
                </a:rPr>
                <a:t>: Dasturchilar uchun asosiy tushunchalar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96400" y="9261475"/>
            <a:ext cx="688657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2026-06-02, 10:00 AM, Online Webinar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666750"/>
            <a:ext cx="7191375" cy="8953500"/>
            <a:chOff x="0" y="0"/>
            <a:chExt cx="1036915" cy="129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6915" cy="1290994"/>
            </a:xfrm>
            <a:custGeom>
              <a:avLst/>
              <a:gdLst/>
              <a:ahLst/>
              <a:cxnLst/>
              <a:rect r="r" b="b" t="t" l="l"/>
              <a:pathLst>
                <a:path h="1290994" w="1036915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l="-346" t="0" r="-346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5489342" cy="445682"/>
            <a:chOff x="0" y="0"/>
            <a:chExt cx="7319123" cy="59424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56381" y="104226"/>
              <a:ext cx="636274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0"/>
                </a:lnSpc>
              </a:pPr>
              <a:r>
                <a:rPr lang="en-US" sz="25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Code Academy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243" cy="594243"/>
            </a:xfrm>
            <a:custGeom>
              <a:avLst/>
              <a:gdLst/>
              <a:ahLst/>
              <a:cxnLst/>
              <a:rect r="r" b="b" t="t" l="l"/>
              <a:pathLst>
                <a:path h="594243" w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785" y="666750"/>
            <a:ext cx="11203365" cy="2001470"/>
            <a:chOff x="0" y="0"/>
            <a:chExt cx="14937820" cy="26686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493782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03030"/>
                  </a:solidFill>
                  <a:latin typeface="Raleway"/>
                  <a:ea typeface="Raleway"/>
                  <a:cs typeface="Raleway"/>
                  <a:sym typeface="Raleway"/>
                </a:rPr>
                <a:t>Kunning Kun Tartibi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92351"/>
              <a:ext cx="1493782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007ACC"/>
                  </a:solidFill>
                  <a:latin typeface="Raleway"/>
                  <a:ea typeface="Raleway"/>
                  <a:cs typeface="Raleway"/>
                  <a:sym typeface="Raleway"/>
                </a:rPr>
                <a:t>Bugungi taqdimotda quyidagi mavzular muhokama qilinadi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1512" y="6886575"/>
            <a:ext cx="259026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Git va GitHub Nima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94990" y="6886575"/>
            <a:ext cx="2617503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Git Nima Uchun Kerak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6886575"/>
            <a:ext cx="257175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Ornatish va Sozlash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11225" y="6886575"/>
            <a:ext cx="2571750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Asosiy Tushunchalar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88928" y="9402749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2404" y="5469939"/>
            <a:ext cx="1137821" cy="568911"/>
          </a:xfrm>
          <a:custGeom>
            <a:avLst/>
            <a:gdLst/>
            <a:ahLst/>
            <a:cxnLst/>
            <a:rect r="r" b="b" t="t" l="l"/>
            <a:pathLst>
              <a:path h="568911" w="1137821">
                <a:moveTo>
                  <a:pt x="0" y="0"/>
                </a:moveTo>
                <a:lnTo>
                  <a:pt x="1137821" y="0"/>
                </a:lnTo>
                <a:lnTo>
                  <a:pt x="1137821" y="568911"/>
                </a:lnTo>
                <a:lnTo>
                  <a:pt x="0" y="56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4994990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3611225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96400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666750"/>
            <a:ext cx="9763125" cy="5792490"/>
            <a:chOff x="0" y="0"/>
            <a:chExt cx="13017500" cy="77233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675"/>
              <a:ext cx="130175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007ACC"/>
                  </a:solidFill>
                  <a:latin typeface="Raleway"/>
                  <a:ea typeface="Raleway"/>
                  <a:cs typeface="Raleway"/>
                  <a:sym typeface="Raleway"/>
                </a:rPr>
                <a:t>Taqdimotchi tanishtiruvi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22411"/>
              <a:ext cx="13017500" cy="1910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00"/>
                </a:lnSpc>
              </a:pPr>
              <a:r>
                <a:rPr lang="en-US" sz="5000">
                  <a:solidFill>
                    <a:srgbClr val="303030"/>
                  </a:solidFill>
                  <a:latin typeface="Raleway"/>
                  <a:ea typeface="Raleway"/>
                  <a:cs typeface="Raleway"/>
                  <a:sym typeface="Raleway"/>
                </a:rPr>
                <a:t>Jamshid Akmalov, Git va GitHub bo'yicha tajribali mutaxassis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781515"/>
              <a:ext cx="130175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007ACC"/>
                  </a:solidFill>
                  <a:latin typeface="Raleway"/>
                  <a:ea typeface="Raleway"/>
                  <a:cs typeface="Raleway"/>
                  <a:sym typeface="Raleway"/>
                </a:rPr>
                <a:t>5 yillik dasturlash va versiyalarni boshqarish sohasida professional tajriba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188102"/>
              <a:ext cx="130175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Jamshid dasturlash dunyosida </a:t>
              </a:r>
              <a:r>
                <a:rPr lang="en-US" b="true" sz="2200">
                  <a:solidFill>
                    <a:srgbClr val="5A5A5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innovatsiyalarni</a:t>
              </a: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 joriy etishda faol. U Git va GitHub platformalaridan samarali foydalanishda o'z bilimlarini baham ko'radi.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3490474"/>
              <a:ext cx="13017500" cy="0"/>
            </a:xfrm>
            <a:prstGeom prst="line">
              <a:avLst/>
            </a:prstGeom>
            <a:ln cap="rnd" w="25400">
              <a:solidFill>
                <a:srgbClr val="30303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8" id="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6750" y="666750"/>
            <a:ext cx="5753100" cy="8080381"/>
            <a:chOff x="0" y="0"/>
            <a:chExt cx="891306" cy="12518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1306" cy="1251862"/>
            </a:xfrm>
            <a:custGeom>
              <a:avLst/>
              <a:gdLst/>
              <a:ahLst/>
              <a:cxnLst/>
              <a:rect r="r" b="b" t="t" l="l"/>
              <a:pathLst>
                <a:path h="1251862" w="891306">
                  <a:moveTo>
                    <a:pt x="0" y="0"/>
                  </a:moveTo>
                  <a:lnTo>
                    <a:pt x="891306" y="0"/>
                  </a:lnTo>
                  <a:lnTo>
                    <a:pt x="891306" y="1251862"/>
                  </a:lnTo>
                  <a:lnTo>
                    <a:pt x="0" y="1251862"/>
                  </a:lnTo>
                  <a:close/>
                </a:path>
              </a:pathLst>
            </a:custGeom>
            <a:blipFill>
              <a:blip r:embed="rId2"/>
              <a:stretch>
                <a:fillRect l="0" t="-316" r="0" b="-31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7485613" y="9402749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5753100" cy="8080381"/>
            <a:chOff x="0" y="0"/>
            <a:chExt cx="891306" cy="1251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1306" cy="1251862"/>
            </a:xfrm>
            <a:custGeom>
              <a:avLst/>
              <a:gdLst/>
              <a:ahLst/>
              <a:cxnLst/>
              <a:rect r="r" b="b" t="t" l="l"/>
              <a:pathLst>
                <a:path h="1251862" w="891306">
                  <a:moveTo>
                    <a:pt x="0" y="0"/>
                  </a:moveTo>
                  <a:lnTo>
                    <a:pt x="891306" y="0"/>
                  </a:lnTo>
                  <a:lnTo>
                    <a:pt x="891306" y="1251862"/>
                  </a:lnTo>
                  <a:lnTo>
                    <a:pt x="0" y="1251862"/>
                  </a:lnTo>
                  <a:close/>
                </a:path>
              </a:pathLst>
            </a:custGeom>
            <a:blipFill>
              <a:blip r:embed="rId2"/>
              <a:stretch>
                <a:fillRect l="0" t="-316" r="0" b="-31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5" y="666750"/>
            <a:ext cx="9763125" cy="5592418"/>
            <a:chOff x="0" y="0"/>
            <a:chExt cx="13017500" cy="745655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3017500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03030"/>
                  </a:solidFill>
                  <a:latin typeface="Raleway"/>
                  <a:ea typeface="Raleway"/>
                  <a:cs typeface="Raleway"/>
                  <a:sym typeface="Raleway"/>
                </a:rPr>
                <a:t>Kimga va Nima Uchun?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625814"/>
              <a:ext cx="13017500" cy="1149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sz="3000">
                  <a:solidFill>
                    <a:srgbClr val="007ACC"/>
                  </a:solidFill>
                  <a:latin typeface="Raleway"/>
                  <a:ea typeface="Raleway"/>
                  <a:cs typeface="Raleway"/>
                  <a:sym typeface="Raleway"/>
                </a:rPr>
                <a:t>Git va GitHub dasturchilar va jamoalar uchun muhim vositalar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921339"/>
              <a:ext cx="130175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 va GitHub versiyalarni boshqarish va onlayn hamkorlikni ta'minlashda dasturchilar va jamoalar uchun zarur bo'lgan vositalardir. Ular kodni yangilash va boshqarish jarayonlarini soddalashtiradi.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name="AutoShape 9" id="9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3382010"/>
            <a:chOff x="0" y="0"/>
            <a:chExt cx="17611255" cy="45093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03030"/>
                  </a:solidFill>
                  <a:latin typeface="Raleway"/>
                  <a:ea typeface="Raleway"/>
                  <a:cs typeface="Raleway"/>
                  <a:sym typeface="Raleway"/>
                </a:rPr>
                <a:t>Gitning Ahamiyati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0925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007ACC"/>
                  </a:solidFill>
                  <a:latin typeface="Raleway"/>
                  <a:ea typeface="Raleway"/>
                  <a:cs typeface="Raleway"/>
                  <a:sym typeface="Raleway"/>
                </a:rPr>
                <a:t>Nima uchun Git dasturchilar uchun muhim?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552825"/>
              <a:ext cx="17611255" cy="956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 kodning tarixini saqlash, xatolarni bekor qilish, jamoada ishlash imkoniyatini yaratadi va istalgan versiyaga qaytish imkonini beradi. Bu dasturchilar uchun muhim vositadir.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2249148"/>
            <a:chOff x="0" y="0"/>
            <a:chExt cx="17611255" cy="29988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03030"/>
                  </a:solidFill>
                  <a:latin typeface="Raleway"/>
                  <a:ea typeface="Raleway"/>
                  <a:cs typeface="Raleway"/>
                  <a:sym typeface="Raleway"/>
                </a:rPr>
                <a:t>Git ni O'rnatish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2589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007ACC"/>
                  </a:solidFill>
                  <a:latin typeface="Raleway"/>
                  <a:ea typeface="Raleway"/>
                  <a:cs typeface="Raleway"/>
                  <a:sym typeface="Raleway"/>
                </a:rPr>
                <a:t>Asosiy dasturlarni o'rnatish va sozlash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512" y="5143500"/>
            <a:ext cx="5443538" cy="2315210"/>
            <a:chOff x="0" y="0"/>
            <a:chExt cx="7258050" cy="308694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7258050" cy="1921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Gitni rasmiy sayt, git-scm.com dan yuklab olib o'rnatishingiz mumkin, bu sizga versiyalarni boshqarish imkoniyatini beradi.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725805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Git o'rnatish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58125" y="5143500"/>
            <a:ext cx="5448300" cy="2315210"/>
            <a:chOff x="0" y="0"/>
            <a:chExt cx="7264400" cy="30869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65225"/>
              <a:ext cx="7264400" cy="1921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Gitni o'rnatgandan so'ng, foydalanuvchi nomi va elektron pochta manzilini sozlashingiz kerak, bu har bir commitda ko'rsatiladi.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Foydalanuvchi sozlamalari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2249148"/>
            <a:chOff x="0" y="0"/>
            <a:chExt cx="17611255" cy="29988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303030"/>
                  </a:solidFill>
                  <a:latin typeface="Raleway"/>
                  <a:ea typeface="Raleway"/>
                  <a:cs typeface="Raleway"/>
                  <a:sym typeface="Raleway"/>
                </a:rPr>
                <a:t>Asosiy Tushunchalar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2589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007ACC"/>
                  </a:solidFill>
                  <a:latin typeface="Raleway"/>
                  <a:ea typeface="Raleway"/>
                  <a:cs typeface="Raleway"/>
                  <a:sym typeface="Raleway"/>
                </a:rPr>
                <a:t>Git va GitHub ni tushunish uchun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512" y="5143500"/>
            <a:ext cx="4005262" cy="3039110"/>
            <a:chOff x="0" y="0"/>
            <a:chExt cx="5340350" cy="405214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5340350" cy="2886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Repository, yoki loyiha papkasi, Git yoki GitHub orqali kodingizni saqlash va boshqarish uchun asosiy joydir. U barcha kod va fayllarni bir joyda to'playdi.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534035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Repository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19850" y="5143500"/>
            <a:ext cx="4010025" cy="3039110"/>
            <a:chOff x="0" y="0"/>
            <a:chExt cx="5346700" cy="40521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65225"/>
              <a:ext cx="5346700" cy="2886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Commit, kodingizdagi o'zgarishlarni saqlab qolish imkonini beradi. Har bir commit sizning loyihangizning tarixini yaratadi, bu esa xatolarni qaytarishga yordam beradi.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3467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Commit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87642" y="5152390"/>
            <a:ext cx="3995333" cy="3039110"/>
            <a:chOff x="0" y="0"/>
            <a:chExt cx="5327111" cy="40521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5327111" cy="2886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Branch, kodni parallel ravishda ishlash uchun yaratilgan yo'nalishdir. Bu jamoangiz bilan bir vaqtning o'zida bir nechta o'zgarishlar ustida ishlash imkonini beradi.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532711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Branch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357080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303030"/>
                </a:solidFill>
                <a:latin typeface="Raleway"/>
                <a:ea typeface="Raleway"/>
                <a:cs typeface="Raleway"/>
                <a:sym typeface="Raleway"/>
              </a:rPr>
              <a:t>Birinchi Git Loyihasiga Kirish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5448300" cy="1706286"/>
            <a:chOff x="0" y="0"/>
            <a:chExt cx="7264400" cy="227504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1149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Yangi repository yaratish jarayoni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781229"/>
              <a:ext cx="72644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 init bu yangi repo yaratadi.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450"/>
            <a:ext cx="5448300" cy="1656488"/>
            <a:chOff x="0" y="0"/>
            <a:chExt cx="7264400" cy="22086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Fayllarni qo'shish va saqlash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94132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strike="noStrike" u="none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 add va git commit o'zgarishlarni saqlaydi.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03" y="5143450"/>
            <a:ext cx="5448347" cy="1287235"/>
            <a:chOff x="0" y="0"/>
            <a:chExt cx="7264463" cy="171631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63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Loyihani tahlil qilish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222495"/>
              <a:ext cx="72644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strike="noStrike" u="none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 status va git log yordamida kuzatish.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403826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303030"/>
                </a:solidFill>
                <a:latin typeface="Raleway"/>
                <a:ea typeface="Raleway"/>
                <a:cs typeface="Raleway"/>
                <a:sym typeface="Raleway"/>
              </a:rPr>
              <a:t>Branch va Merge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370489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  <p:sp>
        <p:nvSpPr>
          <p:cNvPr name="AutoShape 4" id="4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1477645"/>
            <a:chOff x="0" y="0"/>
            <a:chExt cx="7264400" cy="19701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Branch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Yangi branch yaratish jamoada parallel ishni osonlashtiradi.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58125" y="5143500"/>
            <a:ext cx="5448300" cy="1488687"/>
            <a:chOff x="0" y="0"/>
            <a:chExt cx="7264400" cy="19849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Merge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Branchlarni birlashtirish jarayoni kodni birlashtirish imkonini beradi.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303030"/>
                </a:solidFill>
                <a:latin typeface="Raleway"/>
                <a:ea typeface="Raleway"/>
                <a:cs typeface="Raleway"/>
                <a:sym typeface="Raleway"/>
              </a:rPr>
              <a:t>GitHub Bilan Ishlash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68188"/>
            <a:ext cx="5448300" cy="1477645"/>
            <a:chOff x="0" y="0"/>
            <a:chExt cx="7264400" cy="19701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Hisob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GitHub da hisob ochish, loyiha boshqarishni osonlashtiradi.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09787" y="4268188"/>
            <a:ext cx="5448300" cy="1488687"/>
            <a:chOff x="0" y="0"/>
            <a:chExt cx="7264400" cy="19849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Repository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Yangi repository yaratish, loyiha uchun saqlash joyi.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6901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5A5A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6945736"/>
            <a:ext cx="5448300" cy="1477645"/>
            <a:chOff x="0" y="0"/>
            <a:chExt cx="7264400" cy="19701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Remote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Remote repo qo'shish, jamoada ishlashni osonlashtiradi.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09787" y="6934694"/>
            <a:ext cx="5448300" cy="1488687"/>
            <a:chOff x="0" y="0"/>
            <a:chExt cx="7264400" cy="198491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007AC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Push/Pull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5A5A5A"/>
                  </a:solidFill>
                  <a:latin typeface="Raleway"/>
                  <a:ea typeface="Raleway"/>
                  <a:cs typeface="Raleway"/>
                  <a:sym typeface="Raleway"/>
                </a:rPr>
                <a:t>git push va git pull, o'zgarishlarni yuklash va olish.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Презентация - Git va GitHub</dc:description>
  <dc:identifier>DAHLZRh_R-o</dc:identifier>
  <dcterms:modified xsi:type="dcterms:W3CDTF">2011-08-01T06:04:30Z</dcterms:modified>
  <cp:revision>1</cp:revision>
  <dc:title>Презентация - Git va GitHub</dc:title>
</cp:coreProperties>
</file>